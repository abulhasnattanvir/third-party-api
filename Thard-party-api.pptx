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328" r:id="rId4"/>
    <p:sldId id="340" r:id="rId5"/>
    <p:sldId id="262" r:id="rId6"/>
    <p:sldId id="339" r:id="rId7"/>
    <p:sldId id="341" r:id="rId8"/>
    <p:sldId id="354" r:id="rId9"/>
    <p:sldId id="355" r:id="rId10"/>
    <p:sldId id="356" r:id="rId11"/>
    <p:sldId id="274" r:id="rId12"/>
    <p:sldId id="357" r:id="rId13"/>
    <p:sldId id="358" r:id="rId14"/>
    <p:sldId id="347" r:id="rId15"/>
    <p:sldId id="348" r:id="rId16"/>
    <p:sldId id="359" r:id="rId17"/>
    <p:sldId id="360" r:id="rId18"/>
    <p:sldId id="349" r:id="rId19"/>
    <p:sldId id="361" r:id="rId20"/>
    <p:sldId id="351" r:id="rId21"/>
    <p:sldId id="362" r:id="rId22"/>
    <p:sldId id="363" r:id="rId23"/>
    <p:sldId id="364" r:id="rId24"/>
    <p:sldId id="365" r:id="rId25"/>
    <p:sldId id="353" r:id="rId26"/>
    <p:sldId id="368" r:id="rId27"/>
    <p:sldId id="367" r:id="rId28"/>
    <p:sldId id="366" r:id="rId29"/>
    <p:sldId id="369" r:id="rId30"/>
    <p:sldId id="372" r:id="rId31"/>
    <p:sldId id="373" r:id="rId32"/>
    <p:sldId id="371" r:id="rId33"/>
    <p:sldId id="374" r:id="rId34"/>
    <p:sldId id="376" r:id="rId35"/>
    <p:sldId id="377" r:id="rId36"/>
    <p:sldId id="379" r:id="rId37"/>
    <p:sldId id="378" r:id="rId38"/>
    <p:sldId id="375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0" name="Text Box 99"/>
          <p:cNvSpPr txBox="1"/>
          <p:nvPr/>
        </p:nvSpPr>
        <p:spPr>
          <a:xfrm>
            <a:off x="3750945" y="3199130"/>
            <a:ext cx="437959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0" indent="0"/>
            <a:r>
              <a:rPr lang="" altLang="en-US" sz="2400" b="1">
                <a:solidFill>
                  <a:srgbClr val="000000"/>
                </a:solidFill>
                <a:latin typeface="Noto Sans" panose="020B0502040504020204" charset="0"/>
                <a:cs typeface="Noto Sans" panose="020B0502040504020204" charset="0"/>
              </a:rPr>
              <a:t>Third Party API Integration</a:t>
            </a:r>
            <a:endParaRPr lang="" altLang="en-US" sz="2400" b="1">
              <a:solidFill>
                <a:srgbClr val="000000"/>
              </a:solidFill>
              <a:latin typeface="Noto Sans" panose="020B0502040504020204" charset="0"/>
              <a:cs typeface="Noto Sans" panose="020B0502040504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03835" y="170180"/>
            <a:ext cx="413639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u="sng"/>
              <a:t>How to Access Free API (Postman )</a:t>
            </a:r>
            <a:endParaRPr lang="" altLang="en-US" u="sng"/>
          </a:p>
        </p:txBody>
      </p:sp>
      <p:sp>
        <p:nvSpPr>
          <p:cNvPr id="4" name="Text Box 3"/>
          <p:cNvSpPr txBox="1"/>
          <p:nvPr/>
        </p:nvSpPr>
        <p:spPr>
          <a:xfrm>
            <a:off x="355600" y="748030"/>
            <a:ext cx="67837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https://dummyjson.com/</a:t>
            </a:r>
            <a:endParaRPr lang="en-US"/>
          </a:p>
          <a:p>
            <a:r>
              <a:rPr lang="en-US"/>
              <a:t>https://jsonplaceholder.typicode.com/</a:t>
            </a:r>
            <a:endParaRPr lang="en-US"/>
          </a:p>
          <a:p>
            <a:r>
              <a:rPr lang="en-US"/>
              <a:t>https://fakestoreapi.com/</a:t>
            </a:r>
            <a:endParaRPr lang="en-US"/>
          </a:p>
          <a:p>
            <a:r>
              <a:rPr lang="en-US"/>
              <a:t>https://app.reqres.in/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3353435" y="2465705"/>
            <a:ext cx="53600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" altLang="en-US" sz="2000" b="1"/>
              <a:t>Make Controller</a:t>
            </a:r>
            <a:endParaRPr lang="" altLang="en-US" sz="2000" b="1"/>
          </a:p>
        </p:txBody>
      </p:sp>
      <p:sp>
        <p:nvSpPr>
          <p:cNvPr id="2" name="Text Box 1"/>
          <p:cNvSpPr txBox="1"/>
          <p:nvPr/>
        </p:nvSpPr>
        <p:spPr>
          <a:xfrm>
            <a:off x="883285" y="3556000"/>
            <a:ext cx="104260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/>
              <a:t>php artisan make:controller ProductsController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883285" y="325120"/>
            <a:ext cx="104260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" altLang="en-US" u="sng"/>
              <a:t>Make Route</a:t>
            </a:r>
            <a:endParaRPr lang="" altLang="en-US" u="sng"/>
          </a:p>
        </p:txBody>
      </p:sp>
      <p:sp>
        <p:nvSpPr>
          <p:cNvPr id="4" name="Text Box 3"/>
          <p:cNvSpPr txBox="1"/>
          <p:nvPr/>
        </p:nvSpPr>
        <p:spPr>
          <a:xfrm>
            <a:off x="594360" y="890270"/>
            <a:ext cx="1094168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App\Http\Controllers\ProductsController;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Route::get('/',[ProductsController::class, 'products'])-&gt;name('products.view');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0700" y="494030"/>
            <a:ext cx="3602355" cy="119888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" altLang="en-US"/>
              <a:t>return “Hasnat”;</a:t>
            </a:r>
            <a:endParaRPr lang="en-US"/>
          </a:p>
          <a:p>
            <a:r>
              <a:rPr lang="" altLang="en-US"/>
              <a:t>}</a:t>
            </a:r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520700" y="2438400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" altLang="en-US"/>
              <a:t> $response = Http::get('https://fakestoreapi.com/products');</a:t>
            </a:r>
            <a:endParaRPr lang="" altLang="en-US"/>
          </a:p>
          <a:p>
            <a:r>
              <a:rPr lang="" altLang="en-US"/>
              <a:t> $products = $response-&gt;json();</a:t>
            </a:r>
            <a:endParaRPr lang="" altLang="en-US"/>
          </a:p>
          <a:p>
            <a:r>
              <a:rPr lang="" altLang="en-US"/>
              <a:t> $dd($products);</a:t>
            </a:r>
            <a:endParaRPr lang="" altLang="en-US"/>
          </a:p>
          <a:p>
            <a:endParaRPr lang="" altLang="en-US"/>
          </a:p>
          <a:p>
            <a:r>
              <a:rPr lang="en-US" altLang="en-US"/>
              <a:t> return “Hasnat”;</a:t>
            </a:r>
            <a:endParaRPr lang="en-US" altLang="en-US"/>
          </a:p>
          <a:p>
            <a:endParaRPr 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0700" y="526415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Check Browser again</a:t>
            </a:r>
            <a:endParaRPr lang="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0700" y="1922145"/>
            <a:ext cx="67303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Illuminate\Support\Facades\Http;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0700" y="497205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/>
              <a:t> $response = Http::get('https://fakestoreapi.com/products');</a:t>
            </a:r>
            <a:endParaRPr lang="en-US" altLang="en-US"/>
          </a:p>
          <a:p>
            <a:r>
              <a:rPr lang="en-US" altLang="en-US"/>
              <a:t> $products = $response-&gt;json();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" altLang="en-US"/>
              <a:t>//</a:t>
            </a:r>
            <a:r>
              <a:rPr lang="en-US" altLang="en-US"/>
              <a:t>$dd($products);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altLang="en-US"/>
              <a:t>return view('products.view',compact('products'));</a:t>
            </a:r>
            <a:r>
              <a:rPr lang="" altLang="en-US"/>
              <a:t>	</a:t>
            </a:r>
            <a:endParaRPr 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0700" y="346329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Make view file and products show in table use @forelse</a:t>
            </a:r>
            <a:endParaRPr lang="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0700" y="4178935"/>
            <a:ext cx="7813675" cy="147637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@forelse ($products as $index =&gt; $product)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@empty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@endforelse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0700" y="497205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/>
              <a:t> $response = Http::get('</a:t>
            </a:r>
            <a:r>
              <a:rPr lang="en-US" altLang="en-US">
                <a:solidFill>
                  <a:srgbClr val="FF0000"/>
                </a:solidFill>
              </a:rPr>
              <a:t>https://dummyjson.com/products</a:t>
            </a:r>
            <a:r>
              <a:rPr lang="en-US" altLang="en-US"/>
              <a:t>');</a:t>
            </a:r>
            <a:endParaRPr lang="en-US" altLang="en-US"/>
          </a:p>
          <a:p>
            <a:r>
              <a:rPr lang="en-US" altLang="en-US"/>
              <a:t> $products = $response-&gt;json();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$dd($products</a:t>
            </a:r>
            <a:r>
              <a:rPr lang="" altLang="en-US"/>
              <a:t>['products']</a:t>
            </a:r>
            <a:r>
              <a:rPr lang="en-US" altLang="en-US"/>
              <a:t>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altLang="en-US"/>
              <a:t>return view('products.view',compact('products'));</a:t>
            </a:r>
            <a:r>
              <a:rPr lang="en-US" altLang="en-US"/>
              <a:t>	</a:t>
            </a:r>
            <a:endParaRPr 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0700" y="346329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check browser and view dd data</a:t>
            </a:r>
            <a:endParaRPr lang="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0700" y="4178935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r>
              <a:rPr lang="en-US" altLang="en-US">
                <a:sym typeface="+mn-ea"/>
              </a:rPr>
              <a:t> $products = $response-&gt;json();</a:t>
            </a:r>
            <a:endParaRPr lang="en-US" altLang="en-US"/>
          </a:p>
          <a:p>
            <a:endParaRPr lang="en-US" altLang="en-US"/>
          </a:p>
          <a:p>
            <a:r>
              <a:rPr lang="" altLang="en-US">
                <a:sym typeface="+mn-ea"/>
              </a:rPr>
              <a:t>$products = $products['products']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0700" y="280670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/>
              <a:t> $response = Http::get('</a:t>
            </a:r>
            <a:r>
              <a:rPr lang="en-US" altLang="en-US">
                <a:solidFill>
                  <a:srgbClr val="FF0000"/>
                </a:solidFill>
              </a:rPr>
              <a:t>https://dummyjson.com/products</a:t>
            </a:r>
            <a:r>
              <a:rPr lang="en-US" altLang="en-US"/>
              <a:t>');</a:t>
            </a:r>
            <a:endParaRPr lang="en-US" altLang="en-US"/>
          </a:p>
          <a:p>
            <a:r>
              <a:rPr lang="en-US" altLang="en-US"/>
              <a:t> $products = $response-&gt;json();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$dd($products['products']);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altLang="en-US"/>
              <a:t>return view('products.view',compact('products'));</a:t>
            </a:r>
            <a:r>
              <a:rPr lang="en-US" altLang="en-US"/>
              <a:t>	</a:t>
            </a:r>
            <a:endParaRPr 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459105" y="307086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dd data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0700" y="3693795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r>
              <a:rPr lang="en-US" altLang="en-US">
                <a:sym typeface="+mn-ea"/>
              </a:rPr>
              <a:t> $products = $response-&gt;json();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$products = $products['products']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520700" y="636714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</a:t>
            </a:r>
            <a:r>
              <a:rPr lang="" altLang="en-US"/>
              <a:t>table</a:t>
            </a:r>
            <a:endParaRPr lang="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14040" y="3229610"/>
            <a:ext cx="5186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How to Catch  Exceptions and Rety</a:t>
            </a:r>
            <a:endParaRPr lang="" altLang="en-US" sz="20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0700" y="280670"/>
            <a:ext cx="7813675" cy="28613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/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/>
              <a:t> $response = Http::get('</a:t>
            </a:r>
            <a:r>
              <a:rPr lang="en-US" altLang="en-US">
                <a:solidFill>
                  <a:srgbClr val="FF0000"/>
                </a:solidFill>
              </a:rPr>
              <a:t>https://dummyjson.com/products</a:t>
            </a:r>
            <a:r>
              <a:rPr lang="en-US" altLang="en-US"/>
              <a:t>');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if ($response-&gt;successful()) {</a:t>
            </a:r>
            <a:endParaRPr lang="en-US" altLang="en-US"/>
          </a:p>
          <a:p>
            <a:r>
              <a:rPr lang="en-US" altLang="en-US"/>
              <a:t>    $products = $response-&gt;json();</a:t>
            </a:r>
            <a:endParaRPr lang="en-US" altLang="en-US"/>
          </a:p>
          <a:p>
            <a:r>
              <a:rPr lang="en-US" altLang="en-US"/>
              <a:t> }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altLang="en-US"/>
              <a:t>return view('products.view',compact('products'));</a:t>
            </a:r>
            <a:r>
              <a:rPr lang="en-US" altLang="en-US"/>
              <a:t>	</a:t>
            </a:r>
            <a:endParaRPr lang="en-US"/>
          </a:p>
          <a:p>
            <a:r>
              <a:rPr lang="en-US" altLang="en-US"/>
              <a:t>}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520700" y="321310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</a:t>
            </a:r>
            <a:r>
              <a:rPr lang="" altLang="en-US"/>
              <a:t>Page as same</a:t>
            </a:r>
            <a:endParaRPr lang="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520700" y="3693795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if (</a:t>
            </a:r>
            <a:r>
              <a:rPr lang="" altLang="en-US">
                <a:sym typeface="+mn-ea"/>
              </a:rPr>
              <a:t>!</a:t>
            </a:r>
            <a:r>
              <a:rPr lang="en-US" altLang="en-US">
                <a:sym typeface="+mn-ea"/>
              </a:rPr>
              <a:t>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520700" y="636714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table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" altLang="en-US">
                <a:solidFill>
                  <a:srgbClr val="FF0000"/>
                </a:solidFill>
              </a:rPr>
              <a:t>error undefined variable $products</a:t>
            </a:r>
            <a:endParaRPr lang="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20700" y="280670"/>
            <a:ext cx="7813675" cy="25844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r>
              <a:rPr lang="en-US" altLang="en-US"/>
              <a:t> </a:t>
            </a:r>
            <a:r>
              <a:rPr lang="" altLang="en-US"/>
              <a:t>$products = [];</a:t>
            </a:r>
            <a:endParaRPr lang="en-US" altLang="en-US"/>
          </a:p>
          <a:p>
            <a:r>
              <a:rPr lang="en-US" altLang="en-US">
                <a:sym typeface="+mn-ea"/>
              </a:rPr>
              <a:t> if (!$response-&gt;successful())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20700" y="314198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Page </a:t>
            </a:r>
            <a:r>
              <a:rPr lang="" altLang="en-US"/>
              <a:t>“no products fond message”</a:t>
            </a:r>
            <a:endParaRPr lang="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00660" y="243205"/>
            <a:ext cx="9784715" cy="42462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r>
              <a:rPr lang="en-US" altLang="en-US"/>
              <a:t> $products = [];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en-US" altLang="en-US">
                <a:sym typeface="+mn-ea"/>
              </a:rPr>
              <a:t>if ($response-&gt;</a:t>
            </a:r>
            <a:r>
              <a:rPr lang="" altLang="en-US">
                <a:sym typeface="+mn-ea"/>
              </a:rPr>
              <a:t>failed</a:t>
            </a:r>
            <a:r>
              <a:rPr lang="en-US" altLang="en-US">
                <a:sym typeface="+mn-ea"/>
              </a:rPr>
              <a:t>()) {</a:t>
            </a:r>
            <a:endParaRPr lang="en-US" altLang="en-US"/>
          </a:p>
          <a:p>
            <a:r>
              <a:rPr lang="en-US" altLang="en-US">
                <a:sym typeface="+mn-ea"/>
              </a:rPr>
              <a:t>    </a:t>
            </a:r>
            <a:r>
              <a:rPr lang="" altLang="en-US">
                <a:sym typeface="+mn-ea"/>
              </a:rPr>
              <a:t>throw new \Exception(`API Response failed`</a:t>
            </a:r>
            <a:r>
              <a:rPr lang="en-US" altLang="en-US">
                <a:sym typeface="+mn-ea"/>
              </a:rPr>
              <a:t>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if ($response-&gt;successful())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62890" y="482473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Page “</a:t>
            </a:r>
            <a:r>
              <a:rPr lang="" altLang="en-US"/>
              <a:t>page show normal</a:t>
            </a:r>
            <a:r>
              <a:rPr lang="en-US" altLang="en-US"/>
              <a:t>”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52730" y="253365"/>
            <a:ext cx="9784715" cy="42462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" altLang="en-US">
                <a:solidFill>
                  <a:srgbClr val="FF0000"/>
                </a:solidFill>
                <a:sym typeface="+mn-ea"/>
              </a:rPr>
              <a:t>/set</a:t>
            </a:r>
            <a:r>
              <a:rPr lang="en-US" altLang="en-US">
                <a:sym typeface="+mn-ea"/>
              </a:rPr>
              <a:t>');</a:t>
            </a:r>
            <a:endParaRPr lang="en-US" altLang="en-US"/>
          </a:p>
          <a:p>
            <a:r>
              <a:rPr lang="en-US" altLang="en-US"/>
              <a:t> $products = [];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en-US" altLang="en-US">
                <a:sym typeface="+mn-ea"/>
              </a:rPr>
              <a:t>if ($response-&gt;failed()) {</a:t>
            </a:r>
            <a:endParaRPr lang="en-US" altLang="en-US"/>
          </a:p>
          <a:p>
            <a:r>
              <a:rPr lang="en-US" altLang="en-US">
                <a:sym typeface="+mn-ea"/>
              </a:rPr>
              <a:t>    throw new \Exception(`API Response failed` 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if ($response-&gt;successful())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262890" y="482473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Page “</a:t>
            </a:r>
            <a:r>
              <a:rPr lang="" altLang="en-US">
                <a:solidFill>
                  <a:srgbClr val="FF0000"/>
                </a:solidFill>
              </a:rPr>
              <a:t>API Response Failed</a:t>
            </a:r>
            <a:r>
              <a:rPr lang="en-US" altLang="en-US"/>
              <a:t>”</a:t>
            </a:r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52730" y="253365"/>
            <a:ext cx="9784715" cy="50774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https://dummyjson.com/products/</a:t>
            </a:r>
            <a:r>
              <a:rPr lang="" altLang="en-US">
                <a:solidFill>
                  <a:srgbClr val="FF0000"/>
                </a:solidFill>
                <a:sym typeface="+mn-ea"/>
              </a:rPr>
              <a:t>rwg'</a:t>
            </a:r>
            <a:r>
              <a:rPr lang="en-US" altLang="en-US">
                <a:sym typeface="+mn-ea"/>
              </a:rPr>
              <a:t>);</a:t>
            </a:r>
            <a:endParaRPr lang="en-US" altLang="en-US"/>
          </a:p>
          <a:p>
            <a:r>
              <a:rPr lang="en-US" altLang="en-US"/>
              <a:t> $products = [];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en-US" altLang="en-US">
                <a:sym typeface="+mn-ea"/>
              </a:rPr>
              <a:t>if ($response-&gt;failed()) {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return response()-&gt;json([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   'error' =&gt; ' API Response Faild',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   'status' =&gt; $response-&gt;status()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], $response-&gt;status());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if ($response-&gt;successful())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5596255"/>
            <a:ext cx="4390390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52730" y="527685"/>
            <a:ext cx="9784715" cy="507746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public function products(){</a:t>
            </a:r>
            <a:endParaRPr lang="en-US"/>
          </a:p>
          <a:p>
            <a:endParaRPr lang="en-US"/>
          </a:p>
          <a:p>
            <a:r>
              <a:rPr lang="en-US" altLang="en-US">
                <a:sym typeface="+mn-ea"/>
              </a:rPr>
              <a:t>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https://dummyjson.com/products/rwg</a:t>
            </a:r>
            <a:r>
              <a:rPr lang="" altLang="en-US">
                <a:solidFill>
                  <a:srgbClr val="FF0000"/>
                </a:solidFill>
                <a:sym typeface="+mn-ea"/>
              </a:rPr>
              <a:t>'</a:t>
            </a:r>
            <a:r>
              <a:rPr lang="en-US" altLang="en-US">
                <a:sym typeface="+mn-ea"/>
              </a:rPr>
              <a:t>);</a:t>
            </a:r>
            <a:endParaRPr lang="en-US" altLang="en-US"/>
          </a:p>
          <a:p>
            <a:r>
              <a:rPr lang="en-US" altLang="en-US"/>
              <a:t> $products = [];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</a:t>
            </a:r>
            <a:r>
              <a:rPr lang="en-US" altLang="en-US">
                <a:sym typeface="+mn-ea"/>
              </a:rPr>
              <a:t>if ($response-&gt;failed()) {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return response()-&gt;json([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   'error' =&gt; ' API Response Faild',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    'status' =&gt; $response-&gt;status()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    ], $response-&gt;status());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if ($response-&gt;successful()) {</a:t>
            </a:r>
            <a:endParaRPr lang="en-US" altLang="en-US"/>
          </a:p>
          <a:p>
            <a:r>
              <a:rPr lang="en-US" altLang="en-US">
                <a:sym typeface="+mn-ea"/>
              </a:rPr>
              <a:t>    $products = $response-&gt;json();</a:t>
            </a:r>
            <a:endParaRPr lang="en-US" altLang="en-US"/>
          </a:p>
          <a:p>
            <a:r>
              <a:rPr lang="en-US" altLang="en-US">
                <a:sym typeface="+mn-ea"/>
              </a:rPr>
              <a:t> }</a:t>
            </a:r>
            <a:endParaRPr lang="en-US" altLang="en-US">
              <a:sym typeface="+mn-ea"/>
            </a:endParaRPr>
          </a:p>
          <a:p>
            <a:endParaRPr lang="en-US" altLang="en-US"/>
          </a:p>
          <a:p>
            <a:r>
              <a:rPr lang="en-US" altLang="en-US">
                <a:sym typeface="+mn-ea"/>
              </a:rPr>
              <a:t> </a:t>
            </a:r>
            <a:r>
              <a:rPr altLang="en-US">
                <a:sym typeface="+mn-ea"/>
              </a:rPr>
              <a:t>return view('products.view',compact('products'));</a:t>
            </a:r>
            <a:r>
              <a:rPr lang="en-US" altLang="en-US">
                <a:sym typeface="+mn-ea"/>
              </a:rPr>
              <a:t>	</a:t>
            </a:r>
            <a:endParaRPr lang="en-US"/>
          </a:p>
          <a:p>
            <a:r>
              <a:rPr lang="en-US" altLang="en-US">
                <a:sym typeface="+mn-ea"/>
              </a:rPr>
              <a:t>}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30" y="5718175"/>
            <a:ext cx="4390390" cy="84772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52730" y="57785"/>
            <a:ext cx="1499870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" altLang="en-US">
                <a:solidFill>
                  <a:srgbClr val="FF0000"/>
                </a:solidFill>
              </a:rPr>
              <a:t>If API Failed</a:t>
            </a:r>
            <a:endParaRPr lang="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52730" y="527685"/>
            <a:ext cx="11611610" cy="45231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try{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$products = [];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$response = Http::get('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>
                <a:sym typeface="+mn-ea"/>
              </a:rPr>
              <a:t>');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if ($response-&gt;successful()) 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$products = $response-&gt;json();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}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}catch(\Exception $ex){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return response()-&gt;json([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'error' =&gt; $ex-&gt;getMessage(),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'status' =&gt; 401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],401);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}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52730" y="57785"/>
            <a:ext cx="3848100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en-US" altLang="en-US">
                <a:solidFill>
                  <a:srgbClr val="FF0000"/>
                </a:solidFill>
              </a:rPr>
              <a:t>If </a:t>
            </a:r>
            <a:r>
              <a:rPr lang="" altLang="en-US">
                <a:solidFill>
                  <a:srgbClr val="FF0000"/>
                </a:solidFill>
              </a:rPr>
              <a:t>Internet Connection not found</a:t>
            </a:r>
            <a:endParaRPr lang="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14040" y="3229610"/>
            <a:ext cx="50596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Better user Experiance if API slow</a:t>
            </a:r>
            <a:endParaRPr lang="" altLang="en-US" sz="2000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765175"/>
            <a:ext cx="11611610" cy="45231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try{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$products = [];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$response = Http::</a:t>
            </a:r>
            <a:r>
              <a:rPr lang="" altLang="en-US">
                <a:sym typeface="+mn-ea"/>
              </a:rPr>
              <a:t>timeout(5)-&gt;</a:t>
            </a:r>
            <a:r>
              <a:rPr lang="en-US">
                <a:sym typeface="+mn-ea"/>
              </a:rPr>
              <a:t>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>
                <a:sym typeface="+mn-ea"/>
              </a:rPr>
              <a:t>');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if ($response-&gt;successful()) 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$products = $response-&gt;json();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}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}catch(\Exception $ex){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return response()-&gt;json([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'error' =&gt; $ex-&gt;getMessage(),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'status' =&gt; 401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],401);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}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0195" y="201930"/>
            <a:ext cx="6036945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" altLang="en-US">
                <a:solidFill>
                  <a:srgbClr val="FF0000"/>
                </a:solidFill>
              </a:rPr>
              <a:t>if api slow try 5 second and not work get exception</a:t>
            </a:r>
            <a:endParaRPr lang="" altLang="en-US">
              <a:solidFill>
                <a:srgbClr val="FF0000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290195" y="570230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check browser and view Page “</a:t>
            </a:r>
            <a:r>
              <a:rPr lang="" altLang="en-US">
                <a:solidFill>
                  <a:srgbClr val="FF0000"/>
                </a:solidFill>
              </a:rPr>
              <a:t>work good and show product</a:t>
            </a:r>
            <a:r>
              <a:rPr lang="en-US" altLang="en-US"/>
              <a:t>”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765175"/>
            <a:ext cx="11611610" cy="45231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try{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$products = [];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$response = Http::</a:t>
            </a:r>
            <a:r>
              <a:rPr lang="en-US" altLang="en-US">
                <a:sym typeface="+mn-ea"/>
              </a:rPr>
              <a:t>timeout(</a:t>
            </a:r>
            <a:r>
              <a:rPr lang="" altLang="en-US">
                <a:sym typeface="+mn-ea"/>
              </a:rPr>
              <a:t>0.</a:t>
            </a:r>
            <a:r>
              <a:rPr lang="en-US" altLang="en-US">
                <a:sym typeface="+mn-ea"/>
              </a:rPr>
              <a:t>5)-&gt;</a:t>
            </a:r>
            <a:r>
              <a:rPr lang="en-US">
                <a:sym typeface="+mn-ea"/>
              </a:rPr>
              <a:t>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>
                <a:sym typeface="+mn-ea"/>
              </a:rPr>
              <a:t>');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if ($response-&gt;successful()) 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$products = $response-&gt;json();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}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}catch(\Exception $ex){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return response()-&gt;json([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'error' =&gt; $ex-&gt;getMessage(),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'status' =&gt; 401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],401);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}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0195" y="201930"/>
            <a:ext cx="3896995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" altLang="en-US">
                <a:solidFill>
                  <a:srgbClr val="FF0000"/>
                </a:solidFill>
              </a:rPr>
              <a:t>if change timeout 0.5 have error</a:t>
            </a:r>
            <a:endParaRPr lang="" altLang="en-US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" y="5488940"/>
            <a:ext cx="1190498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90195" y="765175"/>
            <a:ext cx="11611610" cy="45231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try{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$products = [];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$response = Http::</a:t>
            </a:r>
            <a:r>
              <a:rPr lang="en-US" altLang="en-US">
                <a:sym typeface="+mn-ea"/>
              </a:rPr>
              <a:t>timeout(0.5)</a:t>
            </a:r>
            <a:r>
              <a:rPr lang="" altLang="en-US">
                <a:sym typeface="+mn-ea"/>
              </a:rPr>
              <a:t>-&gt;retry(3,400)</a:t>
            </a:r>
            <a:r>
              <a:rPr lang="en-US" altLang="en-US">
                <a:sym typeface="+mn-ea"/>
              </a:rPr>
              <a:t>-&gt;</a:t>
            </a:r>
            <a:r>
              <a:rPr lang="en-US">
                <a:sym typeface="+mn-ea"/>
              </a:rPr>
              <a:t>get('</a:t>
            </a:r>
            <a:r>
              <a:rPr lang="en-US" altLang="en-US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>
                <a:sym typeface="+mn-ea"/>
              </a:rPr>
              <a:t>');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if ($response-&gt;successful()) {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$products = $response-&gt;json();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}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}catch(\Exception $ex){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return response()-&gt;json([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'error' =&gt; $ex-&gt;getMessage(),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    'status' =&gt; 401</a:t>
            </a:r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       ],401);</a:t>
            </a:r>
            <a:endParaRPr lang="en-US">
              <a:sym typeface="+mn-ea"/>
            </a:endParaRPr>
          </a:p>
          <a:p>
            <a:endParaRPr lang="en-US">
              <a:sym typeface="+mn-ea"/>
            </a:endParaRPr>
          </a:p>
          <a:p>
            <a:r>
              <a:rPr lang="en-US">
                <a:sym typeface="+mn-ea"/>
              </a:rPr>
              <a:t>     }</a:t>
            </a:r>
            <a:endParaRPr lang="en-US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0195" y="201930"/>
            <a:ext cx="7886065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" altLang="en-US">
                <a:solidFill>
                  <a:srgbClr val="FF0000"/>
                </a:solidFill>
              </a:rPr>
              <a:t>automatic retry 3 time 400ms leter, per retry 400ms and try again </a:t>
            </a:r>
            <a:endParaRPr lang="" altLang="en-US">
              <a:solidFill>
                <a:srgbClr val="FF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10" y="5488940"/>
            <a:ext cx="11904980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ext Box 6"/>
          <p:cNvSpPr txBox="1"/>
          <p:nvPr/>
        </p:nvSpPr>
        <p:spPr>
          <a:xfrm>
            <a:off x="280035" y="755015"/>
            <a:ext cx="11529695" cy="418465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400">
                <a:sym typeface="+mn-ea"/>
              </a:rPr>
              <a:t>try{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$response = Http::timeout(0.3)-&gt;retry(3,400, function($exception, $request){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    Log::warning("API Failed and Attempting it again. Due to thie error".$exception-&gt;getMessage());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    return $exception instanceof ConnectException;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})-&gt;get('</a:t>
            </a:r>
            <a:r>
              <a:rPr lang="en-US" altLang="en-US" sz="1400">
                <a:solidFill>
                  <a:srgbClr val="FF0000"/>
                </a:solidFill>
                <a:sym typeface="+mn-ea"/>
              </a:rPr>
              <a:t>https://dummyjson.com/products</a:t>
            </a:r>
            <a:r>
              <a:rPr lang="en-US" sz="1400">
                <a:sym typeface="+mn-ea"/>
              </a:rPr>
              <a:t>');</a:t>
            </a:r>
            <a:endParaRPr lang="en-US" sz="1400">
              <a:sym typeface="+mn-ea"/>
            </a:endParaRPr>
          </a:p>
          <a:p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if ($response-&gt;successful()) {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    $products = $response-&gt;json();</a:t>
            </a:r>
            <a:endParaRPr lang="en-US" sz="1400">
              <a:sym typeface="+mn-ea"/>
            </a:endParaRPr>
          </a:p>
          <a:p>
            <a:r>
              <a:rPr lang="" altLang="en-US" sz="1400">
                <a:sym typeface="+mn-ea"/>
              </a:rPr>
              <a:t>	$products = $products['products'];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}</a:t>
            </a:r>
            <a:endParaRPr lang="en-US" sz="1400">
              <a:sym typeface="+mn-ea"/>
            </a:endParaRPr>
          </a:p>
          <a:p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}catch(\Exception $ex){</a:t>
            </a:r>
            <a:endParaRPr lang="en-US" sz="1400">
              <a:sym typeface="+mn-ea"/>
            </a:endParaRPr>
          </a:p>
          <a:p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return response()-&gt;json([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    'error' =&gt; $ex-&gt;getMessage(),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    'status' =&gt; 401</a:t>
            </a:r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       ],401);</a:t>
            </a:r>
            <a:endParaRPr lang="en-US" sz="1400">
              <a:sym typeface="+mn-ea"/>
            </a:endParaRPr>
          </a:p>
          <a:p>
            <a:endParaRPr lang="en-US" sz="1400">
              <a:sym typeface="+mn-ea"/>
            </a:endParaRPr>
          </a:p>
          <a:p>
            <a:r>
              <a:rPr lang="en-US" sz="1400">
                <a:sym typeface="+mn-ea"/>
              </a:rPr>
              <a:t>     }</a:t>
            </a:r>
            <a:endParaRPr lang="en-US" sz="1400"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290195" y="201930"/>
            <a:ext cx="3096895" cy="3683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none" rtlCol="0">
            <a:spAutoFit/>
          </a:bodyPr>
          <a:p>
            <a:r>
              <a:rPr lang="" altLang="en-US">
                <a:solidFill>
                  <a:srgbClr val="FF0000"/>
                </a:solidFill>
              </a:rPr>
              <a:t>How to check retry or not</a:t>
            </a:r>
            <a:endParaRPr lang="" altLang="en-US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38270" y="90170"/>
            <a:ext cx="77165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/>
              <a:t>use GuzzleHttp\Exception\ConnectException;</a:t>
            </a:r>
            <a:endParaRPr lang="en-US"/>
          </a:p>
          <a:p>
            <a:r>
              <a:rPr lang="en-US">
                <a:sym typeface="+mn-ea"/>
              </a:rPr>
              <a:t>use Illuminate\Support\Facades\Log;</a:t>
            </a:r>
            <a:endParaRPr lang="en-US"/>
          </a:p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195" y="5504180"/>
            <a:ext cx="10705465" cy="66421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0195" y="505460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storage/logs/laravel.log</a:t>
            </a:r>
            <a:endParaRPr lang="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7545" y="3229610"/>
            <a:ext cx="32442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PAID API and API KEY</a:t>
            </a:r>
            <a:endParaRPr lang="" altLang="en-US" sz="2000" b="1"/>
          </a:p>
        </p:txBody>
      </p:sp>
      <p:sp>
        <p:nvSpPr>
          <p:cNvPr id="3" name="Text Box 2"/>
          <p:cNvSpPr txBox="1"/>
          <p:nvPr/>
        </p:nvSpPr>
        <p:spPr>
          <a:xfrm>
            <a:off x="3708400" y="3628390"/>
            <a:ext cx="20916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>
                <a:sym typeface="+mn-ea"/>
              </a:rPr>
              <a:t>https://</a:t>
            </a:r>
            <a:r>
              <a:rPr lang="" altLang="en-US">
                <a:sym typeface="+mn-ea"/>
              </a:rPr>
              <a:t>news.api</a:t>
            </a:r>
            <a:r>
              <a:rPr lang="en-US">
                <a:sym typeface="+mn-ea"/>
              </a:rPr>
              <a:t>/</a:t>
            </a: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59080" y="26670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go .env file and add api key</a:t>
            </a:r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259080" y="82423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NEWS_API_KEY = 3dd0afa1b8934414830ba0ecb7d793e6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259080" y="1466850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go config/services.php and add new-api key like below picture</a:t>
            </a:r>
            <a:endParaRPr lang="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100" y="2215515"/>
            <a:ext cx="7780655" cy="265684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55600" y="52279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go </a:t>
            </a:r>
            <a:r>
              <a:rPr lang="" altLang="en-US"/>
              <a:t>P</a:t>
            </a:r>
            <a:r>
              <a:rPr lang="" altLang="en-US"/>
              <a:t>roductController.php</a:t>
            </a:r>
            <a:endParaRPr lang="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2622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r>
              <a:rPr lang="en-US" altLang="en-US" sz="1600"/>
              <a:t>            $apiKey = config('services.newapi.key');</a:t>
            </a:r>
            <a:endParaRPr lang="en-US" altLang="en-US" sz="1600"/>
          </a:p>
          <a:p>
            <a:r>
              <a:rPr lang="en-US" sz="1600"/>
              <a:t>            </a:t>
            </a:r>
            <a:r>
              <a:rPr lang="en-US" altLang="en-US" sz="1600"/>
              <a:t>dd($apikey);</a:t>
            </a:r>
            <a:endParaRPr lang="en-US" sz="1600"/>
          </a:p>
          <a:p>
            <a:r>
              <a:rPr lang="en-US" sz="1600"/>
              <a:t>            $response = </a:t>
            </a:r>
            <a:r>
              <a:rPr lang="en-US" altLang="en-US" sz="1600"/>
              <a:t>Http</a:t>
            </a:r>
            <a:r>
              <a:rPr lang="en-US" sz="1600"/>
              <a:t>::get('http</a:t>
            </a:r>
            <a:r>
              <a:rPr lang="en-US" altLang="en-US" sz="1600"/>
              <a:t>s</a:t>
            </a:r>
            <a:r>
              <a:rPr lang="en-US" sz="1600"/>
              <a:t>://</a:t>
            </a:r>
            <a:r>
              <a:rPr lang="en-US" altLang="en-US" sz="1600"/>
              <a:t>newsapi.org/v2/everything</a:t>
            </a:r>
            <a:r>
              <a:rPr lang="en-US" sz="1600"/>
              <a:t>');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$response</a:t>
            </a:r>
            <a:r>
              <a:rPr lang="en-US" altLang="en-US" sz="1600"/>
              <a:t>-&gt;json()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$products = </a:t>
            </a:r>
            <a:r>
              <a:rPr lang="en-US" altLang="en-US" sz="1600">
                <a:sym typeface="+mn-ea"/>
              </a:rPr>
              <a:t>$products['products'];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add api key and config and check dd</a:t>
            </a:r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624713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r>
              <a:rPr lang="" altLang="en-US" sz="1600"/>
              <a:t>            $apiKey = config('services.newapi.key');</a:t>
            </a:r>
            <a:endParaRPr lang="" altLang="en-US" sz="1600"/>
          </a:p>
          <a:p>
            <a:r>
              <a:rPr lang="en-US" sz="1600"/>
              <a:t>            </a:t>
            </a:r>
            <a:r>
              <a:rPr lang="" altLang="en-US" sz="1600"/>
              <a:t>//</a:t>
            </a:r>
            <a:r>
              <a:rPr lang="" altLang="en-US" sz="1600"/>
              <a:t>dd($apikey);</a:t>
            </a:r>
            <a:endParaRPr lang="en-US" sz="1600"/>
          </a:p>
          <a:p>
            <a:r>
              <a:rPr lang="en-US" sz="1600"/>
              <a:t>            $response = </a:t>
            </a:r>
            <a:r>
              <a:rPr lang="" altLang="en-US" sz="1600"/>
              <a:t>Http</a:t>
            </a:r>
            <a:r>
              <a:rPr lang="en-US" sz="1600"/>
              <a:t>::get('http</a:t>
            </a:r>
            <a:r>
              <a:rPr lang="" altLang="en-US" sz="1600"/>
              <a:t>s</a:t>
            </a:r>
            <a:r>
              <a:rPr lang="en-US" sz="1600"/>
              <a:t>://</a:t>
            </a:r>
            <a:r>
              <a:rPr lang="" altLang="en-US" sz="1600"/>
              <a:t>newsapi.org/v2/everything</a:t>
            </a:r>
            <a:r>
              <a:rPr lang="en-US" sz="1600"/>
              <a:t>'</a:t>
            </a:r>
            <a:r>
              <a:rPr lang="" altLang="en-US" sz="1600"/>
              <a:t>,[</a:t>
            </a:r>
            <a:endParaRPr lang="" altLang="en-US" sz="1600"/>
          </a:p>
          <a:p>
            <a:r>
              <a:rPr lang="" altLang="en-US" sz="1600"/>
              <a:t>                 'apiKey'  =&gt; $apiKey,</a:t>
            </a:r>
            <a:endParaRPr lang="" altLang="en-US" sz="1600"/>
          </a:p>
          <a:p>
            <a:r>
              <a:rPr lang="" altLang="en-US" sz="1600"/>
              <a:t>                 </a:t>
            </a:r>
            <a:r>
              <a:rPr lang="en-US" altLang="en-US" sz="1600">
                <a:sym typeface="+mn-ea"/>
              </a:rPr>
              <a:t>'</a:t>
            </a:r>
            <a:r>
              <a:rPr lang="" altLang="en-US" sz="1600">
                <a:sym typeface="+mn-ea"/>
              </a:rPr>
              <a:t>q</a:t>
            </a:r>
            <a:r>
              <a:rPr lang="en-US" altLang="en-US" sz="1600">
                <a:sym typeface="+mn-ea"/>
              </a:rPr>
              <a:t>'  =&gt; </a:t>
            </a:r>
            <a:r>
              <a:rPr lang="" altLang="en-US" sz="1600">
                <a:sym typeface="+mn-ea"/>
              </a:rPr>
              <a:t>'Bitcoin'</a:t>
            </a:r>
            <a:r>
              <a:rPr lang="en-US" altLang="en-US" sz="1600">
                <a:sym typeface="+mn-ea"/>
              </a:rPr>
              <a:t>,</a:t>
            </a:r>
            <a:endParaRPr lang="en-US" altLang="en-US" sz="1600">
              <a:sym typeface="+mn-ea"/>
            </a:endParaRPr>
          </a:p>
          <a:p>
            <a:r>
              <a:rPr lang="en-US" altLang="en-US" sz="1600">
                <a:sym typeface="+mn-ea"/>
              </a:rPr>
              <a:t>                 </a:t>
            </a:r>
            <a:r>
              <a:rPr lang="en-US" altLang="en-US" sz="1600">
                <a:sym typeface="+mn-ea"/>
              </a:rPr>
              <a:t>'</a:t>
            </a:r>
            <a:r>
              <a:rPr lang="" altLang="en-US" sz="1600">
                <a:sym typeface="+mn-ea"/>
              </a:rPr>
              <a:t>pageSize</a:t>
            </a:r>
            <a:r>
              <a:rPr lang="en-US" altLang="en-US" sz="1600">
                <a:sym typeface="+mn-ea"/>
              </a:rPr>
              <a:t>'  =&gt; </a:t>
            </a:r>
            <a:r>
              <a:rPr lang="" altLang="en-US" sz="1600">
                <a:sym typeface="+mn-ea"/>
              </a:rPr>
              <a:t>10</a:t>
            </a:r>
            <a:r>
              <a:rPr lang="en-US" altLang="en-US" sz="1600">
                <a:sym typeface="+mn-ea"/>
              </a:rPr>
              <a:t>,</a:t>
            </a:r>
            <a:endParaRPr lang="" altLang="en-US" sz="1600"/>
          </a:p>
          <a:p>
            <a:r>
              <a:rPr lang="" altLang="en-US" sz="1600"/>
              <a:t>            ]</a:t>
            </a:r>
            <a:r>
              <a:rPr lang="en-US" sz="1600"/>
              <a:t>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$response</a:t>
            </a:r>
            <a:r>
              <a:rPr lang="" altLang="en-US" sz="1600"/>
              <a:t>-&gt;json()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            </a:t>
            </a:r>
            <a:r>
              <a:rPr lang="" altLang="en-US" sz="1600"/>
              <a:t>dd($products);</a:t>
            </a:r>
            <a:endParaRPr lang="en-US" sz="1600"/>
          </a:p>
          <a:p>
            <a:r>
              <a:rPr lang="en-US" sz="1600"/>
              <a:t>            </a:t>
            </a:r>
            <a:r>
              <a:rPr lang="" altLang="en-US" sz="1600"/>
              <a:t>$products = </a:t>
            </a:r>
            <a:r>
              <a:rPr lang="en-US" altLang="en-US" sz="1600">
                <a:sym typeface="+mn-ea"/>
              </a:rPr>
              <a:t>$products</a:t>
            </a:r>
            <a:r>
              <a:rPr lang="" altLang="en-US" sz="1600">
                <a:sym typeface="+mn-ea"/>
              </a:rPr>
              <a:t>['products'];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add parameter and config apikey</a:t>
            </a:r>
            <a:endParaRPr lang="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7545" y="3229610"/>
            <a:ext cx="32442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2000" b="1"/>
              <a:t>PAID API and API KEY</a:t>
            </a:r>
            <a:endParaRPr lang="en-US" altLang="en-US" sz="2000" b="1"/>
          </a:p>
        </p:txBody>
      </p:sp>
      <p:sp>
        <p:nvSpPr>
          <p:cNvPr id="3" name="Text Box 2"/>
          <p:cNvSpPr txBox="1"/>
          <p:nvPr/>
        </p:nvSpPr>
        <p:spPr>
          <a:xfrm>
            <a:off x="3708400" y="3628390"/>
            <a:ext cx="258635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ym typeface="+mn-ea"/>
              </a:rPr>
              <a:t>https://app.reqres.in/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0158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$response = </a:t>
            </a:r>
            <a:r>
              <a:rPr lang="en-US" altLang="en-US" sz="1600"/>
              <a:t>Http</a:t>
            </a:r>
            <a:r>
              <a:rPr lang="en-US" sz="1600"/>
              <a:t>::</a:t>
            </a:r>
            <a:r>
              <a:rPr lang="" altLang="en-US" sz="1600">
                <a:solidFill>
                  <a:srgbClr val="0070C0"/>
                </a:solidFill>
              </a:rPr>
              <a:t>withheader</a:t>
            </a:r>
            <a:r>
              <a:rPr lang="" altLang="en-US" sz="1600"/>
              <a:t>('</a:t>
            </a:r>
            <a:r>
              <a:rPr lang="" altLang="en-US" sz="1600">
                <a:solidFill>
                  <a:srgbClr val="FF0000"/>
                </a:solidFill>
              </a:rPr>
              <a:t>x-api-key</a:t>
            </a:r>
            <a:r>
              <a:rPr lang="" altLang="en-US" sz="1600"/>
              <a:t>','</a:t>
            </a:r>
            <a:r>
              <a:rPr lang="" altLang="en-US" sz="1600">
                <a:solidFill>
                  <a:srgbClr val="FF0000"/>
                </a:solidFill>
              </a:rPr>
              <a:t>reqres-free-v1</a:t>
            </a:r>
            <a:r>
              <a:rPr lang="" altLang="en-US" sz="1600"/>
              <a:t>')-&gt;</a:t>
            </a:r>
            <a:r>
              <a:rPr lang="en-US" sz="1600"/>
              <a:t>get('</a:t>
            </a:r>
            <a:r>
              <a:rPr lang="en-US" sz="1600">
                <a:solidFill>
                  <a:srgbClr val="FF0000"/>
                </a:solidFill>
              </a:rPr>
              <a:t>http</a:t>
            </a:r>
            <a:r>
              <a:rPr lang="en-US" altLang="en-US" sz="1600">
                <a:solidFill>
                  <a:srgbClr val="FF0000"/>
                </a:solidFill>
              </a:rPr>
              <a:t>s</a:t>
            </a:r>
            <a:r>
              <a:rPr lang="en-US" sz="1600">
                <a:solidFill>
                  <a:srgbClr val="FF0000"/>
                </a:solidFill>
              </a:rPr>
              <a:t>://</a:t>
            </a:r>
            <a:r>
              <a:rPr lang="en-US" altLang="en-US" sz="1600">
                <a:solidFill>
                  <a:srgbClr val="FF0000"/>
                </a:solidFill>
              </a:rPr>
              <a:t>reqres.in/api/users</a:t>
            </a:r>
            <a:r>
              <a:rPr lang="en-US" sz="1600"/>
              <a:t>');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$response</a:t>
            </a:r>
            <a:r>
              <a:rPr lang="en-US" altLang="en-US" sz="1600"/>
              <a:t>-&gt;json()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dd($products);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$products = </a:t>
            </a:r>
            <a:r>
              <a:rPr lang="en-US" altLang="en-US" sz="1600">
                <a:sym typeface="+mn-ea"/>
              </a:rPr>
              <a:t>$products[</a:t>
            </a:r>
            <a:r>
              <a:rPr lang="" altLang="en-US" sz="1600">
                <a:sym typeface="+mn-ea"/>
              </a:rPr>
              <a:t>data</a:t>
            </a:r>
            <a:r>
              <a:rPr lang="en-US" altLang="en-US" sz="1600">
                <a:sym typeface="+mn-ea"/>
              </a:rPr>
              <a:t>];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add </a:t>
            </a:r>
            <a:r>
              <a:rPr lang="" altLang="en-US"/>
              <a:t>header and key</a:t>
            </a: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0158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$response = </a:t>
            </a:r>
            <a:r>
              <a:rPr lang="en-US" altLang="en-US" sz="1600"/>
              <a:t>Http</a:t>
            </a:r>
            <a:r>
              <a:rPr lang="en-US" sz="1600"/>
              <a:t>::</a:t>
            </a:r>
            <a:r>
              <a:rPr lang="en-US" altLang="en-US" sz="1600">
                <a:solidFill>
                  <a:srgbClr val="0070C0"/>
                </a:solidFill>
              </a:rPr>
              <a:t>withheader</a:t>
            </a:r>
            <a:r>
              <a:rPr lang="en-US" altLang="en-US" sz="1600"/>
              <a:t>('</a:t>
            </a:r>
            <a:r>
              <a:rPr lang="en-US" altLang="en-US" sz="1600">
                <a:solidFill>
                  <a:srgbClr val="FF0000"/>
                </a:solidFill>
              </a:rPr>
              <a:t>x-api-key</a:t>
            </a:r>
            <a:r>
              <a:rPr lang="en-US" altLang="en-US" sz="1600"/>
              <a:t>','</a:t>
            </a:r>
            <a:r>
              <a:rPr lang="en-US" altLang="en-US" sz="1600">
                <a:solidFill>
                  <a:srgbClr val="FF0000"/>
                </a:solidFill>
              </a:rPr>
              <a:t>reqres-free-v1</a:t>
            </a:r>
            <a:r>
              <a:rPr lang="en-US" altLang="en-US" sz="1600"/>
              <a:t>')-&gt;</a:t>
            </a:r>
            <a:r>
              <a:rPr lang="en-US" sz="1600"/>
              <a:t>get('</a:t>
            </a:r>
            <a:r>
              <a:rPr lang="en-US" sz="1600">
                <a:solidFill>
                  <a:srgbClr val="FF0000"/>
                </a:solidFill>
              </a:rPr>
              <a:t>http</a:t>
            </a:r>
            <a:r>
              <a:rPr lang="en-US" altLang="en-US" sz="1600">
                <a:solidFill>
                  <a:srgbClr val="FF0000"/>
                </a:solidFill>
              </a:rPr>
              <a:t>s</a:t>
            </a:r>
            <a:r>
              <a:rPr lang="en-US" sz="1600">
                <a:solidFill>
                  <a:srgbClr val="FF0000"/>
                </a:solidFill>
              </a:rPr>
              <a:t>://</a:t>
            </a:r>
            <a:r>
              <a:rPr lang="en-US" altLang="en-US" sz="1600">
                <a:solidFill>
                  <a:srgbClr val="FF0000"/>
                </a:solidFill>
              </a:rPr>
              <a:t>reqres.in/api/users</a:t>
            </a:r>
            <a:r>
              <a:rPr lang="en-US" sz="1600"/>
              <a:t>');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$response</a:t>
            </a:r>
            <a:r>
              <a:rPr lang="en-US" altLang="en-US" sz="1600"/>
              <a:t>-&gt;json()</a:t>
            </a:r>
            <a:r>
              <a:rPr lang="en-US" sz="1600"/>
              <a:t>;</a:t>
            </a:r>
            <a:endParaRPr lang="en-US" sz="1600"/>
          </a:p>
          <a:p>
            <a:r>
              <a:rPr lang="en-US" sz="1600"/>
              <a:t>            </a:t>
            </a:r>
            <a:r>
              <a:rPr lang="" altLang="en-US" sz="1600"/>
              <a:t>// </a:t>
            </a:r>
            <a:r>
              <a:rPr lang="en-US" altLang="en-US" sz="1600"/>
              <a:t>dd($products);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$products = </a:t>
            </a:r>
            <a:r>
              <a:rPr lang="en-US" altLang="en-US" sz="1600">
                <a:sym typeface="+mn-ea"/>
              </a:rPr>
              <a:t>$products[data];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add header and key</a:t>
            </a:r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217545" y="3229610"/>
            <a:ext cx="324421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en-US" sz="2000" b="1"/>
              <a:t>PAID API and API KEY</a:t>
            </a:r>
            <a:endParaRPr lang="en-US" altLang="en-US" sz="2000" b="1"/>
          </a:p>
        </p:txBody>
      </p:sp>
      <p:sp>
        <p:nvSpPr>
          <p:cNvPr id="3" name="Text Box 2"/>
          <p:cNvSpPr txBox="1"/>
          <p:nvPr/>
        </p:nvSpPr>
        <p:spPr>
          <a:xfrm>
            <a:off x="3217545" y="3628390"/>
            <a:ext cx="37807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ym typeface="+mn-ea"/>
              </a:rPr>
              <a:t>https://ip-api.com/docs/api:json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0158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$response = </a:t>
            </a:r>
            <a:r>
              <a:rPr lang="en-US" altLang="en-US" sz="1600"/>
              <a:t>Http</a:t>
            </a:r>
            <a:r>
              <a:rPr lang="en-US" sz="1600"/>
              <a:t>::get('</a:t>
            </a:r>
            <a:r>
              <a:rPr lang="en-US" sz="1600">
                <a:sym typeface="+mn-ea"/>
              </a:rPr>
              <a:t>https://ip-api.com/json</a:t>
            </a:r>
            <a:r>
              <a:rPr lang="en-US" sz="1600"/>
              <a:t>');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</a:t>
            </a:r>
            <a:r>
              <a:rPr lang="en-US" sz="1600">
                <a:solidFill>
                  <a:srgbClr val="C00000"/>
                </a:solidFill>
              </a:rPr>
              <a:t> $products = $response</a:t>
            </a:r>
            <a:r>
              <a:rPr lang="en-US" altLang="en-US" sz="1600">
                <a:solidFill>
                  <a:srgbClr val="C00000"/>
                </a:solidFill>
              </a:rPr>
              <a:t>-&gt;json()</a:t>
            </a:r>
            <a:r>
              <a:rPr lang="en-US" sz="1600">
                <a:solidFill>
                  <a:srgbClr val="C00000"/>
                </a:solidFill>
              </a:rPr>
              <a:t>;</a:t>
            </a:r>
            <a:endParaRPr lang="en-US" sz="1600">
              <a:solidFill>
                <a:srgbClr val="C00000"/>
              </a:solidFill>
            </a:endParaRPr>
          </a:p>
          <a:p>
            <a:r>
              <a:rPr lang="en-US" sz="1600">
                <a:solidFill>
                  <a:srgbClr val="C00000"/>
                </a:solidFill>
              </a:rPr>
              <a:t>            </a:t>
            </a:r>
            <a:r>
              <a:rPr lang="en-US" altLang="en-US" sz="1600">
                <a:solidFill>
                  <a:srgbClr val="C00000"/>
                </a:solidFill>
              </a:rPr>
              <a:t>dd($products);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$products = </a:t>
            </a:r>
            <a:r>
              <a:rPr lang="en-US" altLang="en-US" sz="1600">
                <a:sym typeface="+mn-ea"/>
              </a:rPr>
              <a:t>$products[data];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Location check</a:t>
            </a:r>
            <a:endParaRPr lang="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01586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$response = </a:t>
            </a:r>
            <a:r>
              <a:rPr lang="en-US" altLang="en-US" sz="1600"/>
              <a:t>Http</a:t>
            </a:r>
            <a:r>
              <a:rPr lang="en-US" sz="1600"/>
              <a:t>::get('</a:t>
            </a:r>
            <a:r>
              <a:rPr lang="en-US" sz="1600">
                <a:sym typeface="+mn-ea"/>
              </a:rPr>
              <a:t>http://ip-api.com/json/24.48.0.1</a:t>
            </a:r>
            <a:r>
              <a:rPr lang="en-US" sz="1600"/>
              <a:t>');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</a:t>
            </a:r>
            <a:r>
              <a:rPr lang="en-US" sz="1600">
                <a:solidFill>
                  <a:srgbClr val="C00000"/>
                </a:solidFill>
              </a:rPr>
              <a:t> $products = $response</a:t>
            </a:r>
            <a:r>
              <a:rPr lang="en-US" altLang="en-US" sz="1600">
                <a:solidFill>
                  <a:srgbClr val="C00000"/>
                </a:solidFill>
              </a:rPr>
              <a:t>-&gt;json()</a:t>
            </a:r>
            <a:r>
              <a:rPr lang="en-US" sz="1600">
                <a:solidFill>
                  <a:srgbClr val="C00000"/>
                </a:solidFill>
              </a:rPr>
              <a:t>;</a:t>
            </a:r>
            <a:endParaRPr lang="en-US" sz="1600">
              <a:solidFill>
                <a:srgbClr val="C00000"/>
              </a:solidFill>
            </a:endParaRPr>
          </a:p>
          <a:p>
            <a:r>
              <a:rPr lang="en-US" sz="1600">
                <a:solidFill>
                  <a:srgbClr val="C00000"/>
                </a:solidFill>
              </a:rPr>
              <a:t>            </a:t>
            </a:r>
            <a:r>
              <a:rPr lang="en-US" altLang="en-US" sz="1600">
                <a:solidFill>
                  <a:srgbClr val="C00000"/>
                </a:solidFill>
              </a:rPr>
              <a:t>dd($products);</a:t>
            </a:r>
            <a:endParaRPr lang="en-US" sz="1600"/>
          </a:p>
          <a:p>
            <a:r>
              <a:rPr lang="en-US" sz="1600"/>
              <a:t>            </a:t>
            </a:r>
            <a:r>
              <a:rPr lang="en-US" altLang="en-US" sz="1600"/>
              <a:t>$products = </a:t>
            </a:r>
            <a:r>
              <a:rPr lang="en-US" altLang="en-US" sz="1600">
                <a:sym typeface="+mn-ea"/>
              </a:rPr>
              <a:t>$products[data];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altLang="en-US"/>
              <a:t>Location check</a:t>
            </a:r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867785" y="3229610"/>
            <a:ext cx="217487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" altLang="en-US" sz="2000" b="1"/>
              <a:t>Cache Set API</a:t>
            </a:r>
            <a:endParaRPr lang="" altLang="en-US" sz="2000" b="1"/>
          </a:p>
        </p:txBody>
      </p:sp>
      <p:sp>
        <p:nvSpPr>
          <p:cNvPr id="3" name="Text Box 2"/>
          <p:cNvSpPr txBox="1"/>
          <p:nvPr/>
        </p:nvSpPr>
        <p:spPr>
          <a:xfrm>
            <a:off x="3217545" y="3628390"/>
            <a:ext cx="378079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>
                <a:sym typeface="+mn-ea"/>
              </a:rPr>
              <a:t>https://ip-api.com/docs/api:json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14960" y="517525"/>
            <a:ext cx="11562080" cy="526224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en-US" sz="1600"/>
              <a:t>public function products(){</a:t>
            </a:r>
            <a:endParaRPr lang="en-US" sz="1600"/>
          </a:p>
          <a:p>
            <a:r>
              <a:rPr lang="en-US" sz="1600"/>
              <a:t>       try{</a:t>
            </a:r>
            <a:endParaRPr lang="en-US" sz="1600"/>
          </a:p>
          <a:p>
            <a:r>
              <a:rPr lang="en-US" sz="1600"/>
              <a:t>            $products = [];</a:t>
            </a:r>
            <a:endParaRPr lang="en-US" sz="1600"/>
          </a:p>
          <a:p>
            <a:r>
              <a:rPr lang="en-US" sz="1600"/>
              <a:t>            Cache::forget('product');</a:t>
            </a:r>
            <a:endParaRPr lang="en-US" sz="1600"/>
          </a:p>
          <a:p>
            <a:r>
              <a:rPr lang="en-US" sz="1600"/>
              <a:t>            $response = Cache::remember('product', now()-&gt;addMinutes(2), function () {</a:t>
            </a:r>
            <a:endParaRPr lang="en-US" sz="1600"/>
          </a:p>
          <a:p>
            <a:r>
              <a:rPr lang="en-US" sz="1600"/>
              <a:t>               return Http::get('http://ip-api.com/json/24.48.0.1')-&gt;json();</a:t>
            </a:r>
            <a:endParaRPr lang="en-US" sz="1600"/>
          </a:p>
          <a:p>
            <a:r>
              <a:rPr lang="en-US" sz="1600"/>
              <a:t>            });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    $products = $response ?? [];</a:t>
            </a:r>
            <a:endParaRPr lang="en-US" sz="1600"/>
          </a:p>
          <a:p>
            <a:r>
              <a:rPr lang="en-US" sz="1600"/>
              <a:t>            dd($products);</a:t>
            </a:r>
            <a:endParaRPr lang="en-US" sz="1600"/>
          </a:p>
          <a:p>
            <a:r>
              <a:rPr lang="en-US" sz="1600"/>
              <a:t>            </a:t>
            </a:r>
            <a:endParaRPr lang="en-US" sz="1600"/>
          </a:p>
          <a:p>
            <a:r>
              <a:rPr lang="en-US" sz="1600"/>
              <a:t>       }catch(\Exception $ex){</a:t>
            </a:r>
            <a:endParaRPr lang="en-US" sz="1600"/>
          </a:p>
          <a:p>
            <a:r>
              <a:rPr lang="en-US" sz="1600"/>
              <a:t>            return response()-&gt;json([</a:t>
            </a:r>
            <a:endParaRPr lang="en-US" sz="1600"/>
          </a:p>
          <a:p>
            <a:r>
              <a:rPr lang="en-US" sz="1600"/>
              <a:t>                    'error' =&gt; 'API Respones Faild ',</a:t>
            </a:r>
            <a:endParaRPr lang="en-US" sz="1600"/>
          </a:p>
          <a:p>
            <a:r>
              <a:rPr lang="en-US" sz="1600"/>
              <a:t>                    'status' =&gt;401</a:t>
            </a:r>
            <a:endParaRPr lang="en-US" sz="1600"/>
          </a:p>
          <a:p>
            <a:r>
              <a:rPr lang="en-US" sz="1600"/>
              <a:t>                ],401);</a:t>
            </a:r>
            <a:endParaRPr lang="en-US" sz="1600"/>
          </a:p>
          <a:p>
            <a:r>
              <a:rPr lang="en-US" sz="1600"/>
              <a:t>       }</a:t>
            </a:r>
            <a:endParaRPr lang="en-US" sz="1600"/>
          </a:p>
          <a:p>
            <a:endParaRPr lang="en-US" sz="1600"/>
          </a:p>
          <a:p>
            <a:r>
              <a:rPr lang="en-US" sz="1600"/>
              <a:t>        // dd($products);</a:t>
            </a:r>
            <a:endParaRPr lang="en-US" sz="1600"/>
          </a:p>
          <a:p>
            <a:r>
              <a:rPr lang="en-US" sz="1600"/>
              <a:t>        return view('products.index', compact('products'));</a:t>
            </a:r>
            <a:endParaRPr lang="en-US" sz="1600"/>
          </a:p>
          <a:p>
            <a:r>
              <a:rPr lang="en-US" sz="1600"/>
              <a:t>    }</a:t>
            </a:r>
            <a:endParaRPr lang="en-US" sz="1600"/>
          </a:p>
        </p:txBody>
      </p:sp>
      <p:sp>
        <p:nvSpPr>
          <p:cNvPr id="7" name="Text Box 6"/>
          <p:cNvSpPr txBox="1"/>
          <p:nvPr/>
        </p:nvSpPr>
        <p:spPr>
          <a:xfrm>
            <a:off x="314960" y="5905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Add Cache</a:t>
            </a:r>
            <a:endParaRPr lang="" altLang="en-US"/>
          </a:p>
        </p:txBody>
      </p:sp>
      <p:sp>
        <p:nvSpPr>
          <p:cNvPr id="3" name="Text Box 2"/>
          <p:cNvSpPr txBox="1"/>
          <p:nvPr/>
        </p:nvSpPr>
        <p:spPr>
          <a:xfrm>
            <a:off x="314960" y="5997575"/>
            <a:ext cx="7813675" cy="36830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t">
            <a:spAutoFit/>
          </a:bodyPr>
          <a:p>
            <a:r>
              <a:rPr lang="" altLang="en-US"/>
              <a:t>Database migration add migrate command</a:t>
            </a:r>
            <a:endParaRPr lang="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11129</Words>
  <Application>WPS Presentation</Application>
  <PresentationFormat>宽屏</PresentationFormat>
  <Paragraphs>520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1" baseType="lpstr">
      <vt:lpstr>Arial</vt:lpstr>
      <vt:lpstr>SimSun</vt:lpstr>
      <vt:lpstr>Wingdings</vt:lpstr>
      <vt:lpstr>Noto Sans</vt:lpstr>
      <vt:lpstr>微软雅黑</vt:lpstr>
      <vt:lpstr>Droid Sans Fallback</vt:lpstr>
      <vt:lpstr>DejaVu Sans</vt:lpstr>
      <vt:lpstr>Arial Unicode MS</vt:lpstr>
      <vt:lpstr>SimSun</vt:lpstr>
      <vt:lpstr>Calibri Light</vt:lpstr>
      <vt:lpstr>Calibri</vt:lpstr>
      <vt:lpstr>Standard Symbols PS</vt:lpstr>
      <vt:lpstr>Noto Sans Symbols2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wps</dc:creator>
  <cp:lastModifiedBy>hasnat</cp:lastModifiedBy>
  <cp:revision>226</cp:revision>
  <dcterms:created xsi:type="dcterms:W3CDTF">2026-04-14T17:29:23Z</dcterms:created>
  <dcterms:modified xsi:type="dcterms:W3CDTF">2026-04-14T17:29:23Z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1033-10.1.0.6757</vt:lpwstr>
  </property>
</Properties>
</file>